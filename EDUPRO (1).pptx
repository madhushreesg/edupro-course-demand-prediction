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5" y="914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Predictive Modeling for Course Demand and Revenue Forecasting</a:t>
            </a:r>
            <a:br>
              <a:rPr lang="en-US" sz="2400" b="1" dirty="0">
                <a:solidFill>
                  <a:srgbClr val="FFFFFF"/>
                </a:solidFill>
              </a:rPr>
            </a:b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7540" y="3680618"/>
            <a:ext cx="5180029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Name: Madhushree S G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Internship ID: UMID07022680379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Course: Internship Project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Organization: Unified Mentor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Date: March 2026</a:t>
            </a:r>
            <a:endParaRPr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Machine learning system to predict course demand and revenue.</a:t>
            </a:r>
          </a:p>
          <a:p>
            <a:r>
              <a:rPr sz="2400" b="1">
                <a:solidFill>
                  <a:srgbClr val="FFFFFF"/>
                </a:solidFill>
              </a:rPr>
              <a:t>Uses course features like price, duration, ratings.</a:t>
            </a:r>
          </a:p>
          <a:p>
            <a:r>
              <a:rPr sz="2400" b="1">
                <a:solidFill>
                  <a:srgbClr val="FFFFFF"/>
                </a:solidFill>
              </a:rPr>
              <a:t>Interactive Streamlit dashboard for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Online learning is growing rapidly.</a:t>
            </a:r>
          </a:p>
          <a:p>
            <a:r>
              <a:rPr sz="2400" b="1">
                <a:solidFill>
                  <a:srgbClr val="FFFFFF"/>
                </a:solidFill>
              </a:rPr>
              <a:t>Predicting course demand is challenging.</a:t>
            </a:r>
          </a:p>
          <a:p>
            <a:r>
              <a:rPr sz="2400" b="1">
                <a:solidFill>
                  <a:srgbClr val="FFFFFF"/>
                </a:solidFill>
              </a:rPr>
              <a:t>ML helps analyze patterns and predict enrollments.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Difficulty in predicting enrollments before launch.</a:t>
            </a:r>
          </a:p>
          <a:p>
            <a:r>
              <a:rPr sz="2400" b="1">
                <a:solidFill>
                  <a:srgbClr val="FFFFFF"/>
                </a:solidFill>
              </a:rPr>
              <a:t>Leads to poor pricing and low revenue.</a:t>
            </a:r>
          </a:p>
          <a:p>
            <a:r>
              <a:rPr sz="2400" b="1">
                <a:solidFill>
                  <a:srgbClr val="FFFFFF"/>
                </a:solidFill>
              </a:rPr>
              <a:t>Need intelligent predictive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Predict enrollments</a:t>
            </a:r>
          </a:p>
          <a:p>
            <a:r>
              <a:rPr sz="2400" b="1">
                <a:solidFill>
                  <a:srgbClr val="FFFFFF"/>
                </a:solidFill>
              </a:rPr>
              <a:t>Estimate revenue</a:t>
            </a:r>
          </a:p>
          <a:p>
            <a:r>
              <a:rPr sz="2400" b="1">
                <a:solidFill>
                  <a:srgbClr val="FFFFFF"/>
                </a:solidFill>
              </a:rPr>
              <a:t>Build interactive dashboard</a:t>
            </a:r>
          </a:p>
          <a:p>
            <a:r>
              <a:rPr sz="2400" b="1">
                <a:solidFill>
                  <a:srgbClr val="FFFFFF"/>
                </a:solidFill>
              </a:rPr>
              <a:t>Provide visual insights</a:t>
            </a:r>
          </a:p>
          <a:p>
            <a:r>
              <a:rPr sz="2400" b="1">
                <a:solidFill>
                  <a:srgbClr val="FFFFFF"/>
                </a:solidFill>
              </a:rPr>
              <a:t>Support decision 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Manual estimation</a:t>
            </a:r>
          </a:p>
          <a:p>
            <a:r>
              <a:rPr sz="2400" b="1">
                <a:solidFill>
                  <a:srgbClr val="FFFFFF"/>
                </a:solidFill>
              </a:rPr>
              <a:t>No predictive analytics</a:t>
            </a:r>
          </a:p>
          <a:p>
            <a:r>
              <a:rPr sz="2400" b="1">
                <a:solidFill>
                  <a:srgbClr val="FFFFFF"/>
                </a:solidFill>
              </a:rPr>
              <a:t>Limited insights</a:t>
            </a:r>
          </a:p>
          <a:p>
            <a:r>
              <a:rPr sz="2400" b="1">
                <a:solidFill>
                  <a:srgbClr val="FFFFFF"/>
                </a:solidFill>
              </a:rPr>
              <a:t>Inefficient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ML-based prediction system</a:t>
            </a:r>
          </a:p>
          <a:p>
            <a:r>
              <a:rPr sz="2400" b="1">
                <a:solidFill>
                  <a:srgbClr val="FFFFFF"/>
                </a:solidFill>
              </a:rPr>
              <a:t>Real-time predictions</a:t>
            </a:r>
          </a:p>
          <a:p>
            <a:r>
              <a:rPr sz="2400" b="1">
                <a:solidFill>
                  <a:srgbClr val="FFFFFF"/>
                </a:solidFill>
              </a:rPr>
              <a:t>Interactive dashboard</a:t>
            </a:r>
          </a:p>
          <a:p>
            <a:r>
              <a:rPr sz="2400" b="1">
                <a:solidFill>
                  <a:srgbClr val="FFFFFF"/>
                </a:solidFill>
              </a:rPr>
              <a:t>Data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Course data: price, duration, rating</a:t>
            </a:r>
          </a:p>
          <a:p>
            <a:r>
              <a:rPr sz="2400" b="1">
                <a:solidFill>
                  <a:srgbClr val="FFFFFF"/>
                </a:solidFill>
              </a:rPr>
              <a:t>Instructor data: experience, rating</a:t>
            </a:r>
          </a:p>
          <a:p>
            <a:r>
              <a:rPr sz="2400" b="1">
                <a:solidFill>
                  <a:srgbClr val="FFFFFF"/>
                </a:solidFill>
              </a:rPr>
              <a:t>Transaction data: enrollments,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Data collection</a:t>
            </a:r>
          </a:p>
          <a:p>
            <a:r>
              <a:rPr sz="2400" b="1">
                <a:solidFill>
                  <a:srgbClr val="FFFFFF"/>
                </a:solidFill>
              </a:rPr>
              <a:t>Preprocessing</a:t>
            </a:r>
          </a:p>
          <a:p>
            <a:r>
              <a:rPr sz="2400" b="1">
                <a:solidFill>
                  <a:srgbClr val="FFFFFF"/>
                </a:solidFill>
              </a:rPr>
              <a:t>EDA</a:t>
            </a:r>
          </a:p>
          <a:p>
            <a:r>
              <a:rPr sz="2400" b="1">
                <a:solidFill>
                  <a:srgbClr val="FFFFFF"/>
                </a:solidFill>
              </a:rPr>
              <a:t>Feature Engineering</a:t>
            </a:r>
          </a:p>
          <a:p>
            <a:r>
              <a:rPr sz="2400" b="1">
                <a:solidFill>
                  <a:srgbClr val="FFFFFF"/>
                </a:solidFill>
              </a:rPr>
              <a:t>Model building</a:t>
            </a:r>
          </a:p>
          <a:p>
            <a:r>
              <a:rPr sz="24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High ratings → high enrollments</a:t>
            </a:r>
          </a:p>
          <a:p>
            <a:r>
              <a:rPr sz="2400" b="1">
                <a:solidFill>
                  <a:srgbClr val="FFFFFF"/>
                </a:solidFill>
              </a:rPr>
              <a:t>High price → lower demand</a:t>
            </a:r>
          </a:p>
          <a:p>
            <a:r>
              <a:rPr sz="2400" b="1">
                <a:solidFill>
                  <a:srgbClr val="FFFFFF"/>
                </a:solidFill>
              </a:rPr>
              <a:t>Technical courses more popular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Linear Regression (baseline)</a:t>
            </a:r>
          </a:p>
          <a:p>
            <a:r>
              <a:rPr sz="2400" b="1">
                <a:solidFill>
                  <a:srgbClr val="FFFFFF"/>
                </a:solidFill>
              </a:rPr>
              <a:t>Random Forest (advanced)</a:t>
            </a:r>
          </a:p>
          <a:p>
            <a:r>
              <a:rPr sz="2400" b="1">
                <a:solidFill>
                  <a:srgbClr val="FFFFFF"/>
                </a:solidFill>
              </a:rPr>
              <a:t>Better accuracy with Random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Metrics: MAE, RMSE, R²</a:t>
            </a:r>
          </a:p>
          <a:p>
            <a:r>
              <a:rPr sz="2400" b="1">
                <a:solidFill>
                  <a:srgbClr val="FFFFFF"/>
                </a:solidFill>
              </a:rPr>
              <a:t>Random Forest performed better</a:t>
            </a:r>
          </a:p>
          <a:p>
            <a:r>
              <a:rPr sz="2400" b="1">
                <a:solidFill>
                  <a:srgbClr val="FFFFFF"/>
                </a:solidFill>
              </a:rPr>
              <a:t>Handles complex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Ratings strongly impact demand</a:t>
            </a:r>
          </a:p>
          <a:p>
            <a:r>
              <a:rPr sz="2400" b="1">
                <a:solidFill>
                  <a:srgbClr val="FFFFFF"/>
                </a:solidFill>
              </a:rPr>
              <a:t>Optimal pricing is important</a:t>
            </a:r>
          </a:p>
          <a:p>
            <a:r>
              <a:rPr sz="2400" b="1">
                <a:solidFill>
                  <a:srgbClr val="FFFFFF"/>
                </a:solidFill>
              </a:rPr>
              <a:t>Instructor quality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Better pricing strategy</a:t>
            </a:r>
          </a:p>
          <a:p>
            <a:r>
              <a:rPr sz="2400" b="1">
                <a:solidFill>
                  <a:srgbClr val="FFFFFF"/>
                </a:solidFill>
              </a:rPr>
              <a:t>Improved planning</a:t>
            </a:r>
          </a:p>
          <a:p>
            <a:r>
              <a:rPr sz="2400" b="1">
                <a:solidFill>
                  <a:srgbClr val="FFFFFF"/>
                </a:solidFill>
              </a:rPr>
              <a:t>Efficient resource allocation</a:t>
            </a:r>
          </a:p>
          <a:p>
            <a:r>
              <a:rPr sz="2400" b="1">
                <a:solidFill>
                  <a:srgbClr val="FFFFFF"/>
                </a:solidFill>
              </a:rPr>
              <a:t>Data-driven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ML improves demand prediction</a:t>
            </a:r>
          </a:p>
          <a:p>
            <a:r>
              <a:rPr sz="2400" b="1">
                <a:solidFill>
                  <a:srgbClr val="FFFFFF"/>
                </a:solidFill>
              </a:rPr>
              <a:t>Dashboard supports decision-making</a:t>
            </a:r>
          </a:p>
          <a:p>
            <a:r>
              <a:rPr sz="2400" b="1">
                <a:solidFill>
                  <a:srgbClr val="FFFFFF"/>
                </a:solidFill>
              </a:rPr>
              <a:t>Scalable solution for EduPro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References &amp;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>
                <a:solidFill>
                  <a:srgbClr val="FFFFFF"/>
                </a:solidFill>
              </a:rPr>
              <a:t>GitHub &amp; Streamlit links</a:t>
            </a:r>
          </a:p>
          <a:p>
            <a:r>
              <a:rPr sz="2400" b="1">
                <a:solidFill>
                  <a:srgbClr val="FFFFFF"/>
                </a:solidFill>
              </a:rPr>
              <a:t>Python, Scikit-learn, Plotly, Streamlit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EDA: Rating vs Enrollment</a:t>
            </a:r>
          </a:p>
        </p:txBody>
      </p:sp>
      <p:pic>
        <p:nvPicPr>
          <p:cNvPr id="4" name="Picture 3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EDA: Price vs Demand</a:t>
            </a:r>
          </a:p>
        </p:txBody>
      </p:sp>
      <p:pic>
        <p:nvPicPr>
          <p:cNvPr id="4" name="Picture 3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EDA: Category-wise Demand</a:t>
            </a:r>
          </a:p>
        </p:txBody>
      </p:sp>
      <p:pic>
        <p:nvPicPr>
          <p:cNvPr id="4" name="Picture 3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283</Words>
  <Application>Microsoft Office PowerPoint</Application>
  <PresentationFormat>On-screen Show (4:3)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Predictive Modeling for Course Demand and Revenue Forecasting </vt:lpstr>
      <vt:lpstr>Abstract</vt:lpstr>
      <vt:lpstr>Introduction</vt:lpstr>
      <vt:lpstr>Problem Statement</vt:lpstr>
      <vt:lpstr>Objectives</vt:lpstr>
      <vt:lpstr>Existing System</vt:lpstr>
      <vt:lpstr>Proposed System</vt:lpstr>
      <vt:lpstr>Dataset Description</vt:lpstr>
      <vt:lpstr>Methodology</vt:lpstr>
      <vt:lpstr>EDA Insights</vt:lpstr>
      <vt:lpstr>Models Used</vt:lpstr>
      <vt:lpstr>Model Evaluation</vt:lpstr>
      <vt:lpstr>Results &amp; Insights</vt:lpstr>
      <vt:lpstr>Business Impact</vt:lpstr>
      <vt:lpstr>Conclusion</vt:lpstr>
      <vt:lpstr>References &amp; Links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Madhushree</dc:creator>
  <cp:keywords/>
  <dc:description>generated using python-pptx</dc:description>
  <cp:lastModifiedBy>Madhu shree S G</cp:lastModifiedBy>
  <cp:revision>2</cp:revision>
  <dcterms:created xsi:type="dcterms:W3CDTF">2013-01-27T09:14:16Z</dcterms:created>
  <dcterms:modified xsi:type="dcterms:W3CDTF">2026-04-18T04:43:38Z</dcterms:modified>
  <cp:category/>
</cp:coreProperties>
</file>